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Instant Messaging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Encrypted Chat</a:t>
            </a:r>
          </a:p>
          <a:p>
            <a:r>
              <a:t>Course: [FILL COURSE NAME / CODE] </a:t>
            </a:r>
          </a:p>
          <a:p>
            <a:r>
              <a:t>Instructor: [FILL INSTRUCTOR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instant messaging applications often rely on third-party servers that can access or analyze user messages, introducing privacy and security risks.</a:t>
            </a:r>
          </a:p>
          <a:p>
            <a:r>
              <a:t>This project implements a secure instant messaging application ensuring end-to-end confidentiality, integrity, and authenticity between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>
            <a:r>
              <a:t>Libraries: socket, threading, cryptography (AESGCM, RSA, hashes), tkinter (GUI)</a:t>
            </a:r>
          </a:p>
          <a:p>
            <a:r>
              <a:t>Main Components: server.py, client.py, ui_client.py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Clients generate and store their own RSA keypairs locally.</a:t>
            </a:r>
          </a:p>
          <a:p>
            <a:r>
              <a:t>Public keys are uploaded to the server; private keys never leave the client machine.</a:t>
            </a:r>
          </a:p>
          <a:p>
            <a:r>
              <a:t>AES session key is exchanged via RSA-OAEP encryption.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by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Basic Client/Server Messaging</a:t>
            </a:r>
          </a:p>
          <a:p>
            <a:r>
              <a:t>Phase 2: AES Encryption</a:t>
            </a:r>
          </a:p>
          <a:p>
            <a:r>
              <a:t>Phase 3: RSA Key Exchange (Per-Session AES)</a:t>
            </a:r>
          </a:p>
          <a:p>
            <a:r>
              <a:t>Phase 4: Digital Signatures &amp; Integrity (SHA-256 + RSA-PSS)</a:t>
            </a:r>
          </a:p>
          <a:p>
            <a:r>
              <a:t>Phase 5: GUI Client &amp; Key Management</a:t>
            </a:r>
          </a:p>
          <a:p>
            <a:r>
              <a:t>Phase 6: Integration &amp; Auto-Rotation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1 - Basic Client/Server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Socket-based client/server supports multiple clients.</a:t>
            </a:r>
          </a:p>
          <a:p>
            <a:r>
              <a:t>The server accepts connections, relays messages, and broadcasts as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2 - AES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AES-GCM encryption added on the client side.</a:t>
            </a:r>
          </a:p>
          <a:p>
            <a:r>
              <a:t>Messages are encrypted before sending; ciphertext is transmitted and stored by the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3 - RSA Key Exchange (Per-Session AES)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client generates an RSA-2048 keypair.</a:t>
            </a:r>
          </a:p>
          <a:p>
            <a:r>
              <a:t>Fresh AES session keys are exchanged via RSA-OAEP encryption.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4 - Digital Signatures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Messages are signed with RSA-PSS, verified by the recipient.</a:t>
            </a:r>
          </a:p>
          <a:p>
            <a:r>
              <a:t>SHA-256 is used for message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5 - GUI Client &amp; Key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a Tkinter GUI for chat sessions, message history, session controls, and key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6 - Integration &amp; Auto-Rotation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features integrated: AES-GCM, RSA key exchange, RSA-PSS, key backup/restore, and session key rotation.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AES-256-GCM for fast, authenticated encryption (confidentiality + integrity).</a:t>
            </a:r>
          </a:p>
          <a:p>
            <a:r>
              <a:t>RSA-2048 for secure key transport of fresh AES session keys.</a:t>
            </a:r>
          </a:p>
          <a:p>
            <a:r>
              <a:t>RSA-PSS for probabilistic digital signatures (authenticity).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Cryptographic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AES‑256‑GCM → fast, authenticated encryption (confidentiality + integrity).</a:t>
            </a:r>
          </a:p>
          <a:p>
            <a:r>
              <a:t>• RSA‑2048 + OAEP(SHA‑256) → secure key transport of fresh AES session keys.</a:t>
            </a:r>
          </a:p>
          <a:p>
            <a:r>
              <a:t>• RSA‑PSS → modern, probabilistic digital signatures for authenticity.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Honest-but-curious server: cannot read messages (only ciphertext seen).</a:t>
            </a:r>
          </a:p>
          <a:p>
            <a:r>
              <a:t>• Passive network adversary: cannot decrypt due to AES-GCM and rotating keys.</a:t>
            </a:r>
          </a:p>
          <a:p>
            <a:r>
              <a:t>• Impersonation attempts: mitigated via RSA-PSS signature verification.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Manual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Workflow:</a:t>
            </a:r>
          </a:p>
          <a:p>
            <a:r>
              <a:t>1) Enter username and generate RSA keys.</a:t>
            </a:r>
          </a:p>
          <a:p>
            <a:r>
              <a:t>2) Start session, fetch peer's public key.</a:t>
            </a:r>
          </a:p>
          <a:p>
            <a:r>
              <a:t>3) Send encrypted and signed messages.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Reference (CLI)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/start &lt;user&gt; – establish secure session (RSA → AES)</a:t>
            </a:r>
          </a:p>
          <a:p>
            <a:r>
              <a:t>/to &lt;user&gt; &lt;message&gt; – send signed + encrypted message</a:t>
            </a:r>
          </a:p>
          <a:p>
            <a:r>
              <a:t>/history – show last 20 entries</a:t>
            </a:r>
          </a:p>
          <a:p>
            <a:r>
              <a:t>/rotate &lt;user&gt; – rotate AES key for a peer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Setup:</a:t>
            </a:r>
          </a:p>
          <a:p>
            <a:r>
              <a:t>• Machines: [FILL devices, e.g., Windows 11 PCs, Raspberry Pi for server, etc.]</a:t>
            </a:r>
          </a:p>
          <a:p>
            <a:r>
              <a:t>• OS versions: [FILL OS versions, e.g., Windows 11, Ubuntu 20.04]</a:t>
            </a:r>
          </a:p>
          <a:p>
            <a:r>
              <a:t>• Python versions: [FILL Python versions, e.g., Python 3.9.0]</a:t>
            </a:r>
          </a:p>
          <a:p>
            <a:r>
              <a:t>• Network: [FILL network details, e.g., local network with LAN]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Work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[FILL Team Member Contributions]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implements an end-to-end encrypted chat system ensuring confidentiality, integrity, and authenticity.</a:t>
            </a:r>
          </a:p>
          <a:p>
            <a:r>
              <a:t>Future work: group chats, encrypted file attachments, contact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